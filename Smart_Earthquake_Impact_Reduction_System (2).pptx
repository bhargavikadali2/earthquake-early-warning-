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2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8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1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4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0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8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2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9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0941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7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3773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5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40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1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2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EARTHQUAKE IMPACT REDUCTION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Early Warning, Energy Conversion &amp; Structural Protection</a:t>
            </a:r>
          </a:p>
          <a:p>
            <a:r>
              <a:t>Presented by: Kadali Bhargavi (23A21A05A3)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Earthquakes are natural disasters caused by movement of Earth's crust and seismic waves.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exact prediction system, high damage, less warning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warning, detect vibrations, reduce damage, improve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Vibration Sensor, Arduino UNO, Buzzer, LED, GSM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Vibrations → Sensor → Arduino → Alert →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detects vibrations, Arduino checks threshold and triggers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Piezoelectric concept converts vibrations into electrical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Damage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isolation, dampers, flexible structures.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Arduino program for detection and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SMS alert using GSM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web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evaluation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cost, easy implementation, real-time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100% accurate, limited range.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prediction, smart cities, advanced sensors.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can be reduced using early warning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C7905F-D7EF-2ABA-930B-428FE17F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2612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193</Words>
  <Application>Microsoft Office PowerPoint</Application>
  <PresentationFormat>On-screen Show (4:3)</PresentationFormat>
  <Paragraphs>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SMART EARTHQUAKE IMPACT REDUCTION SYSTEM</vt:lpstr>
      <vt:lpstr>Introduction</vt:lpstr>
      <vt:lpstr>Problem Statement</vt:lpstr>
      <vt:lpstr>Objectives</vt:lpstr>
      <vt:lpstr>Components</vt:lpstr>
      <vt:lpstr>Block Diagram</vt:lpstr>
      <vt:lpstr>Working</vt:lpstr>
      <vt:lpstr>Energy Concept</vt:lpstr>
      <vt:lpstr>Damage Reduction</vt:lpstr>
      <vt:lpstr>Arduino Code</vt:lpstr>
      <vt:lpstr>GSM Code</vt:lpstr>
      <vt:lpstr>HTML Demo</vt:lpstr>
      <vt:lpstr>JavaScript</vt:lpstr>
      <vt:lpstr>Advantages</vt:lpstr>
      <vt:lpstr>Limitations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Chitti</dc:creator>
  <cp:keywords/>
  <dc:description>generated using python-pptx</dc:description>
  <cp:lastModifiedBy>bhargavi.kadali2006@gmail.com</cp:lastModifiedBy>
  <cp:revision>2</cp:revision>
  <dcterms:created xsi:type="dcterms:W3CDTF">2013-01-27T09:14:16Z</dcterms:created>
  <dcterms:modified xsi:type="dcterms:W3CDTF">2026-06-15T10:26:30Z</dcterms:modified>
  <cp:category/>
</cp:coreProperties>
</file>